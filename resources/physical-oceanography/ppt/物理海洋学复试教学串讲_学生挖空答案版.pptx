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 w="12700">
            <a:solidFill>
              <a:srgbClr val="F4FA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4672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学生挖空答案版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1170432"/>
            <a:ext cx="356616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1261872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01000" y="16276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课堂互动结束后切回这版。红字就是标准答案，方便快速核对与讲评。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4672" y="2834640"/>
            <a:ext cx="10625328" cy="1874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926080"/>
            <a:ext cx="10296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3493008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答案版适合讲评，不适合一开始就放。真正的互动请优先用“学生挖空版（逐步揭晓）”。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1｜导论：先搭学科骨架，再进入知识细节｜标准答案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物理海洋学的三大核心对象可概括为结构、运动与机制。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入门分析的三条主线是质量守恒、动量守恒和热盐 / 标量守恒。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海洋是旋转、分层且有边界约束的流体系统。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尺度分析里表征旋转效应重要性的无量纲数是Rossby数。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观测给出现象事实，理论给出机制解释。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复试高分答法通常遵循“定义—主导力—典型现象—意义 / 应用”。</a:t>
            </a:r>
            <a:endParaRPr lang="en-US" sz="1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2｜外部强迫：海洋首先如何接收能量、动量与物质｜标准答案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海气界面的三类核心交换是热量、动量和淡水 / 物质交换。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概括海表热收支的净热通量通常记为Qnet。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风把动量输入海洋的入口叫海面风应力。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风应力空间分布不均常通过风应力旋度影响辐聚与辐散。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蒸发增强会使表层盐度升高、密度趋于增大。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海洋高热容量使其成为气候系统中的热量储库 / 记忆体。</a:t>
            </a:r>
            <a:endParaRPr lang="en-US" sz="1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3｜海水物性与层化：所有动力过程最终都要回到密度｜标准答案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海洋三个基础状态量是温度、盐度和密度。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海水状态方程可写成 ρ = f(T,S,p / 压强)。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上轻下重对应静力稳定层结。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表征层结稳定度的经典量是浮力频率N² / N。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为了比较不同深度海水密度，常引入位势密度概念。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层化越强，垂向交换通常越困难 / 弱。</a:t>
            </a:r>
            <a:endParaRPr lang="en-US" sz="1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4｜水团与锋：海洋不是均匀一锅水，而是带“身份”和“边界”的结构体｜标准答案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水团可理解为具有相对稳定温盐 / T-S特征的海水体。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识别水团和混合线的经典图解工具是T-S图。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锋强调水平梯度强，跃层强调垂向梯度强。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障碍层常由盐度层结造成。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水团反映的是海水形成历史和后续混合改造过程。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沿等密度面输运相对容易，跨等密度面交换更能改造层化 / 水团结构。</a:t>
            </a:r>
            <a:endParaRPr lang="en-US" sz="1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5｜湍流、混合与扩散：海洋结构如何被持续改造｜标准答案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湍流最重要的直接作用是增强动量、热量和物质交换。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风浪、底摩擦、流速切变和对流不稳定都能触发湍流。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真正重塑层化结构的往往是跨等密度面混合。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模式中常用涡黏性和涡扩散系数对湍流进行参数化。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梯度 Richardson 数过小时，剪切 / Kelvin-Helmholtz不稳定更易发生。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双扩散的根源是温度和盐度扩散率不同。</a:t>
            </a:r>
            <a:endParaRPr lang="en-US" sz="1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6｜基本流动：先判主导力，再判平衡关系｜标准答案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艾克曼流最直接的驱动是海面风应力。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地转流的经典平衡是压强梯度力与科氏力平衡。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M_E ≈ τ/(ρf) 描述的是艾克曼输运。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垂向流速切变与水平密度梯度联系起来的关系叫热成风关系。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表层辐散后的补偿上涌形成上升流。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高密度水沿坡地下沉形成典型的重力流。</a:t>
            </a:r>
            <a:endParaRPr lang="en-US" sz="1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7｜环流与输运：海洋如何在盆地尺度重新分配热盐与物质｜标准答案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热盐环流的直接动力基础是海水密度差。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北大西洋深水形成对应 AMOC 的关键深层南向 / 深水来源。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海峡交换、地形、河流和风场 / 季风共同塑造边缘海环流。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Sverdrup 平衡把大尺度风生环流与风应力旋度联系起来。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中尺度涡的重要作用之一是高效搬运热盐和各种示踪 / 营养物。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AMOC 影响气候的核心之一是改变经向热量输送。</a:t>
            </a:r>
            <a:endParaRPr lang="en-US" sz="1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8｜波动与周期运动：平均态之外，海洋还会传播信息、输送能量｜标准答案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贴着边界或赤道传播的经典长波是Kelvin / 开尔文波。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盆地尺度调整中传播较慢但很关键的是Rossby / 罗斯贝波。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内波得以存在的前提是海洋内部存在明显层化 / 密度跃层。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浅水长波相速近似可写成 c ≈ √(gH)。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潮汐的天文根源是引潮力。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余流强调周期平均后仍存在净输运。</a:t>
            </a:r>
            <a:endParaRPr lang="en-US" sz="1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9｜振荡、不稳定与对流：海洋为什么会自己“变起来”｜标准答案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ENSO 的本质是热带太平洋海气耦合振荡。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振荡之所以存在，除了正反馈，还需要恢复机制和传播时滞。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上重下轻对应典型的静力不稳定。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由平均流速度切变向扰动释放动能的是正压不稳定。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由水平密度梯度位能释放生成扰动的是斜压不稳定。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表层冷却增密后下沉，属于典型的浮力对流。</a:t>
            </a:r>
            <a:endParaRPr lang="en-US" sz="1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10｜海平面与海冰：把前面的动力、热盐和气候过程投影到可观测结果上｜标准答案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红字为标准作答；教师讲评时可顺便补一句机制或意义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440680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 个关键词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2784" y="1591056"/>
            <a:ext cx="5230368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682496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 3 个关键词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01952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平均海平面变化要区分质量增加、热膨胀、动力调整和陆地 / 地壳运动。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解释体积海平面变化常用的术语是steric sea level。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沿海风险分析中必须区分全球平均海平面与区域相对海平面。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55664" y="1901952"/>
            <a:ext cx="4754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海冰高反照率意味着它与气候系统之间存在显著的冰—反照率 / 正反馈。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海冰生长时排盐会使下层海水密度趋于增大。</a:t>
            </a:r>
            <a:endParaRPr lang="en-US" sz="1540" dirty="0"/>
          </a:p>
          <a:p>
            <a:pPr marL="1905" indent="-1905">
              <a:buSzPct val="100000"/>
              <a:buChar char="•"/>
            </a:pPr>
            <a:r>
              <a:rPr lang="en-US" sz="154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海平面和海冰都可视为海洋—气候系统的结果变量。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66928"/>
            <a:ext cx="11548872" cy="5779008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019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物理海洋学复试教学串讲｜学生挖空答案版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84280" y="6583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9494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终极闭环｜标准答案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 2~3 分钟让学生顺着这 8 句复述整门课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27632"/>
            <a:ext cx="10753344" cy="4498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1907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句总纲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1901952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海洋首先受辐射、风场和淡水通量等外部强迫驱动。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温度、盐度和压强共同决定密度，密度决定层化与稳定性。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水团、锋、跃层和障碍层定义了海洋的块状结构、边界结构与垂向结构。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湍流、混合、扩散和双扩散持续改造这些结构。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在旋转地球与边界约束下，海流体现艾克曼、地转、热成风和重力流等平衡。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海洋通过风生环流、热盐环流和中尺度涡不断重新分配热盐与示踪物。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Kelvin 波、Rossby 波、内波、潮汐以及 ENSO 等振荡使海洋持续调整。</a:t>
            </a:r>
            <a:endParaRPr lang="en-US" sz="1510" dirty="0"/>
          </a:p>
          <a:p>
            <a:pPr marL="1905" indent="-1905">
              <a:buSzPct val="100000"/>
              <a:buChar char="•"/>
            </a:pPr>
            <a:r>
              <a:rPr lang="en-US" sz="151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最终外显为输运变化、海平面变化、海冰变化和区域乃至全球气候异常。</a:t>
            </a:r>
            <a:endParaRPr lang="en-US" sz="15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物理海洋学复试教学串讲_学生挖空答案版</dc:title>
  <dc:subject>PptxGenJS Presentation</dc:subject>
  <dc:creator>OpenClaw</dc:creator>
  <cp:lastModifiedBy>OpenClaw</cp:lastModifiedBy>
  <cp:revision>1</cp:revision>
  <dcterms:created xsi:type="dcterms:W3CDTF">2026-03-14T16:21:44Z</dcterms:created>
  <dcterms:modified xsi:type="dcterms:W3CDTF">2026-03-14T16:21:44Z</dcterms:modified>
</cp:coreProperties>
</file>